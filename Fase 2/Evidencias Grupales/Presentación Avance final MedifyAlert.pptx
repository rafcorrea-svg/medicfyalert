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ikpsOTXx+n7g7ZHDTFJ7VGLpj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9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1100" y="2924323"/>
            <a:ext cx="2209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6025" y="5508948"/>
            <a:ext cx="2000250" cy="1021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0612" y="5593110"/>
            <a:ext cx="2362200" cy="85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05687" y="5565483"/>
            <a:ext cx="2500313" cy="8533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4240768" y="3457723"/>
            <a:ext cx="3710463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MedifyAlert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0" y="4223444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Gestión de tratamientos médicos mediante alarmas personalizadas e inteligentes.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2237" y="57531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043237" y="5638799"/>
            <a:ext cx="9810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Rafael Correa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Web Developer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3487" y="57531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5567362" y="5753100"/>
            <a:ext cx="1209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Jorge Cofré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Database Architect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53337" y="57531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8177212" y="5753100"/>
            <a:ext cx="13525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Alexander Pastene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Mobile Developer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57487" y="58674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67312" y="5867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86687" y="586740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/>
          <p:nvPr/>
        </p:nvSpPr>
        <p:spPr>
          <a:xfrm>
            <a:off x="1524000" y="-381000"/>
            <a:ext cx="3810000" cy="1344513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95250" y="2392263"/>
            <a:ext cx="2857500" cy="100831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538287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57562"/>
            <a:ext cx="52387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571500" y="21574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 Chile, existe una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alta prevalencia de enfermedades crónicas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una creciente necesidad de herramientas de autogestión en salud.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38287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04875" y="3652837"/>
            <a:ext cx="48406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El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04875" y="4024312"/>
            <a:ext cx="4610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Muchos pacientes olvidan sus medicamentos, interrumpiendo sus tratamientos y afectando su calidad de vida. Falta una herramienta centralizada que fomente el autocuidado.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62000" y="55721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Contexto y Problemática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71500" y="557212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571500" y="972740"/>
            <a:ext cx="456057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La Solución: MedifyAlert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71500" y="263009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plataforma integral de salud móvil diseñada para mejorar la adherencia a los tratamientos.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942975" y="3973115"/>
            <a:ext cx="39719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 Móvil: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Recordatorios personalizados.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42975" y="4833937"/>
            <a:ext cx="3971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Web Informativa: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Soporte y Chatbot.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42975" y="5359598"/>
            <a:ext cx="3971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Nube Segura: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Datos en Firebase.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9397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8721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412878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514725"/>
            <a:ext cx="34924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3514725"/>
            <a:ext cx="3492549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3514725"/>
            <a:ext cx="34924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571500" y="2594669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 General: Garantizar un tratamiento monitoreado y efectivo.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1950" y="38100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794228" y="4457700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Web Informativa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866775" y="49339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Diseñar un portal con Chatbot, formulario de contacto seguro y acceso a descarga.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676" y="38100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4572375" y="44577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 Android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4644925" y="49339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Implementar interfaz móvil con registro lógico de alarmas personalizadas.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8400" y="38100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8350679" y="4457700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Base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423225" y="49339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Configurar Google Cloud para integridad y disponibilidad de datos médicos.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5250" y="1047750"/>
            <a:ext cx="2857500" cy="1042094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62000" y="1613594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71500" y="1613594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64482"/>
            <a:ext cx="5238750" cy="352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934741"/>
            <a:ext cx="52387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64482"/>
            <a:ext cx="5238750" cy="352201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6677025" y="3230016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Utilizamos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Scrum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por su capacidad de organizar el proyecto en ciclos iterativos (Sprints) y flexibilidad ante cambios.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762750" y="447779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867525" y="4477791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1: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Desarrollo Web &amp; Chatbot.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762750" y="492546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6867525" y="4925466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2: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Interfaz Móvil &amp; Lógica de Alarmas.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6762750" y="537314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6867525" y="5373141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Sprint 3: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Integración Base de Datos Firebase.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524000" y="-381000"/>
            <a:ext cx="3810000" cy="1211907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762000" y="178340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Metodología Scrum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71500" y="1783407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319337"/>
            <a:ext cx="5238750" cy="396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571500" y="2945903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Funcionalidades Clave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19337"/>
            <a:ext cx="5238750" cy="396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 txBox="1"/>
          <p:nvPr/>
        </p:nvSpPr>
        <p:spPr>
          <a:xfrm>
            <a:off x="885825" y="3222128"/>
            <a:ext cx="4924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Estructura: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HTML5, CSS3 y JavaScript limpio.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1000125" y="3747789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Chatbot: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Asistente virtual integrado para soporte.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942975" y="4608611"/>
            <a:ext cx="4867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Google reCAPTCHA v2 anti-spam.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942975" y="5134272"/>
            <a:ext cx="4867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Formulario: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Envío asincrónico con Fetch API.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7540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86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618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8755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95250" y="1047750"/>
            <a:ext cx="2857500" cy="766762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762000" y="133826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Componente Web (Rafael Correa)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71500" y="1338262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514725"/>
            <a:ext cx="34924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3514725"/>
            <a:ext cx="3492549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3514725"/>
            <a:ext cx="34924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0525" y="38100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794228" y="4457700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Android Studio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866775" y="49339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Desarrollo nativo enfocado en rendimiento y experiencia de usuario fluida.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826" y="38100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4572375" y="445770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Notificaciones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4644925" y="49339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 robusto de alarmas locales que funcionan incluso sin internet constante.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550" y="3810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8350679" y="4457700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Personalización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8423225" y="493395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Configuración detallada de dosis, horarios y tipos de medicamentos.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524000" y="-381000"/>
            <a:ext cx="3810000" cy="196215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762000" y="25336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Componente Móvil (Alexander Pastene)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71500" y="253365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6057900" y="770632"/>
            <a:ext cx="584073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Base de Datos (Jorge Cofré)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6057900" y="2427982"/>
            <a:ext cx="5562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columna vertebral de MedifyAlert, garantizando que la información médica esté siempre disponible.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57900" y="351383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57900" y="482441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 txBox="1"/>
          <p:nvPr/>
        </p:nvSpPr>
        <p:spPr>
          <a:xfrm>
            <a:off x="6515100" y="3466207"/>
            <a:ext cx="5360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Firebase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6515100" y="3847207"/>
            <a:ext cx="51054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Motor de base de datos NoSQL en la nube para sincronización en tiempo real.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6486525" y="4776787"/>
            <a:ext cx="539067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Seguridad &amp; Integridad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6486525" y="5157787"/>
            <a:ext cx="51339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Reglas de seguridad estrictas para proteger los datos sensibles de los pacientes.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538287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62087"/>
            <a:ext cx="5238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62387"/>
            <a:ext cx="52387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538287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 txBox="1"/>
          <p:nvPr/>
        </p:nvSpPr>
        <p:spPr>
          <a:xfrm>
            <a:off x="866775" y="1757362"/>
            <a:ext cx="488061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Desafíos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904875" y="4157662"/>
            <a:ext cx="48406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80498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762000" y="20335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866775" y="203358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Errores en validaciones de Backend.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762000" y="24812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866775" y="2481262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Bloqueos de correos (Spam) por Google.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762000" y="29289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866775" y="292893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Notificaciones móviles inconsistentes.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420528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/>
          <p:nvPr/>
        </p:nvSpPr>
        <p:spPr>
          <a:xfrm>
            <a:off x="800100" y="44338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904875" y="4433887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Reestructuración lógica y tutoriales técnicos.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800100" y="48815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904875" y="4881562"/>
            <a:ext cx="4610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Implementación de nuevas cuentas institucionales.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800100" y="56340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904875" y="5634037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Pruebas iterativas para depurar alarmas.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762000" y="48101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Dificultades y Soluciones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71500" y="481012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571500"/>
            <a:ext cx="7620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2695575" y="1504057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2857500" y="2475607"/>
            <a:ext cx="6477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proyecto MedifyAlert no solo cumple con una necesidad social crítica en Chile, sino que consolidó nuestras habilidades en desarrollo Full Stack y Mobile.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857500" y="4001244"/>
            <a:ext cx="6477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2857500" y="4296519"/>
            <a:ext cx="6477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"Listos para crear soluciones tecnológicas con impacto real."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2577280" y="5125343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www.medifyalert.cl | medifycontacto@gmail.com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Panorámica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Inter</vt:lpstr>
      <vt:lpstr>Poppins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Rafael Alejandro Correa Carrasco</cp:lastModifiedBy>
  <cp:revision>3</cp:revision>
  <dcterms:modified xsi:type="dcterms:W3CDTF">2025-11-21T01:02:33Z</dcterms:modified>
</cp:coreProperties>
</file>